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Lst>
  <p:sldSz cx="10080625" cy="7559675"/>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col"/>
        <c:grouping val="clustered"/>
        <c:varyColors val="0"/>
        <c:ser>
          <c:idx val="0"/>
          <c:order val="0"/>
          <c:tx>
            <c:strRef>
              <c:f>label 0</c:f>
              <c:strCache>
                <c:ptCount val="1"/>
                <c:pt idx="0">
                  <c:v>Column 1</c:v>
                </c:pt>
              </c:strCache>
            </c:strRef>
          </c:tx>
          <c:spPr>
            <a:solidFill>
              <a:srgbClr val="004586"/>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0</c:f>
              <c:numCache>
                <c:formatCode>General</c:formatCode>
                <c:ptCount val="4"/>
                <c:pt idx="0">
                  <c:v>9.1</c:v>
                </c:pt>
                <c:pt idx="1">
                  <c:v>2.4</c:v>
                </c:pt>
                <c:pt idx="2">
                  <c:v>3.1</c:v>
                </c:pt>
                <c:pt idx="3">
                  <c:v>4.3</c:v>
                </c:pt>
              </c:numCache>
            </c:numRef>
          </c:val>
        </c:ser>
        <c:ser>
          <c:idx val="1"/>
          <c:order val="1"/>
          <c:tx>
            <c:strRef>
              <c:f>label 1</c:f>
              <c:strCache>
                <c:ptCount val="1"/>
                <c:pt idx="0">
                  <c:v>Column 2</c:v>
                </c:pt>
              </c:strCache>
            </c:strRef>
          </c:tx>
          <c:spPr>
            <a:solidFill>
              <a:srgbClr val="FF420E"/>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1</c:f>
              <c:numCache>
                <c:formatCode>General</c:formatCode>
                <c:ptCount val="4"/>
                <c:pt idx="0">
                  <c:v>3.2</c:v>
                </c:pt>
                <c:pt idx="1">
                  <c:v>8.8</c:v>
                </c:pt>
                <c:pt idx="2">
                  <c:v>1.5</c:v>
                </c:pt>
                <c:pt idx="3">
                  <c:v>9.02</c:v>
                </c:pt>
              </c:numCache>
            </c:numRef>
          </c:val>
        </c:ser>
        <c:ser>
          <c:idx val="2"/>
          <c:order val="2"/>
          <c:tx>
            <c:strRef>
              <c:f>label 2</c:f>
              <c:strCache>
                <c:ptCount val="1"/>
                <c:pt idx="0">
                  <c:v>Column 3</c:v>
                </c:pt>
              </c:strCache>
            </c:strRef>
          </c:tx>
          <c:spPr>
            <a:solidFill>
              <a:srgbClr val="FFD320"/>
            </a:solidFill>
            <a:ln w="0">
              <a:noFill/>
            </a:ln>
          </c:spPr>
          <c:invertIfNegative val="0"/>
          <c:dLbls>
            <c:txPr>
              <a:bodyPr wrap="none"/>
              <a:lstStyle/>
              <a:p>
                <a:pPr>
                  <a:defRPr sz="1000" b="0" u="none" strike="noStrike">
                    <a:solidFill>
                      <a:srgbClr val="000000"/>
                    </a:solidFill>
                    <a:uFillTx/>
                    <a:latin typeface="Arial"/>
                  </a:defRPr>
                </a:pPr>
              </a:p>
            </c:txPr>
            <c:showLegendKey val="0"/>
            <c:showVal val="0"/>
            <c:showCatName val="0"/>
            <c:showSerName val="0"/>
            <c:showPercent val="0"/>
            <c:separator> </c:separator>
            <c:showLeaderLines val="1"/>
            <c:leaderLines>
              <c:spPr>
                <a:ln w="0">
                  <a:solidFill>
                    <a:srgbClr val="000000"/>
                  </a:solidFill>
                </a:ln>
              </c:spPr>
            </c:leaderLines>
            <c:extLst>
              <c:ext xmlns:c15="http://schemas.microsoft.com/office/drawing/2012/chart" uri="{CE6537A1-D6FC-4f65-9D91-7224C49458BB}">
                <c15:showLeaderLines val="1"/>
              </c:ext>
            </c:extLst>
          </c:dLbls>
          <c:cat>
            <c:strRef>
              <c:f>categories</c:f>
              <c:strCache>
                <c:ptCount val="4"/>
                <c:pt idx="0">
                  <c:v>Row 1</c:v>
                </c:pt>
                <c:pt idx="1">
                  <c:v>Row 2</c:v>
                </c:pt>
                <c:pt idx="2">
                  <c:v>Row 3</c:v>
                </c:pt>
                <c:pt idx="3">
                  <c:v>Row 4</c:v>
                </c:pt>
              </c:strCache>
            </c:strRef>
          </c:cat>
          <c:val>
            <c:numRef>
              <c:f>2</c:f>
              <c:numCache>
                <c:formatCode>General</c:formatCode>
                <c:ptCount val="4"/>
                <c:pt idx="0">
                  <c:v>4.54</c:v>
                </c:pt>
                <c:pt idx="1">
                  <c:v>9.65</c:v>
                </c:pt>
                <c:pt idx="2">
                  <c:v>3.7</c:v>
                </c:pt>
                <c:pt idx="3">
                  <c:v>6.2</c:v>
                </c:pt>
              </c:numCache>
            </c:numRef>
          </c:val>
        </c:ser>
        <c:gapWidth val="100"/>
        <c:overlap val="0"/>
        <c:axId val="17161146"/>
        <c:axId val="85056751"/>
      </c:barChart>
      <c:catAx>
        <c:axId val="17161146"/>
        <c:scaling>
          <c:orientation val="minMax"/>
        </c:scaling>
        <c:delete val="0"/>
        <c:axPos val="b"/>
        <c:numFmt formatCode="[$-409]mm/dd/yyyy"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85056751"/>
        <c:crosses val="autoZero"/>
        <c:auto val="1"/>
        <c:lblAlgn val="ctr"/>
        <c:lblOffset val="100"/>
        <c:noMultiLvlLbl val="0"/>
      </c:catAx>
      <c:valAx>
        <c:axId val="85056751"/>
        <c:scaling>
          <c:orientation val="minMax"/>
        </c:scaling>
        <c:delete val="0"/>
        <c:axPos val="l"/>
        <c:majorGridlines>
          <c:spPr>
            <a:ln w="0">
              <a:solidFill>
                <a:srgbClr val="B3B3B3"/>
              </a:solidFill>
            </a:ln>
          </c:spPr>
        </c:majorGridlines>
        <c:numFmt formatCode="General" sourceLinked="1"/>
        <c:majorTickMark val="out"/>
        <c:minorTickMark val="none"/>
        <c:tickLblPos val="nextTo"/>
        <c:spPr>
          <a:ln w="0">
            <a:solidFill>
              <a:srgbClr val="B3B3B3"/>
            </a:solidFill>
          </a:ln>
        </c:spPr>
        <c:txPr>
          <a:bodyPr/>
          <a:lstStyle/>
          <a:p>
            <a:pPr>
              <a:defRPr sz="1000" b="0" u="none" strike="noStrike">
                <a:solidFill>
                  <a:srgbClr val="000000"/>
                </a:solidFill>
                <a:uFillTx/>
                <a:latin typeface="Arial"/>
              </a:defRPr>
            </a:pPr>
          </a:p>
        </c:txPr>
        <c:crossAx val="17161146"/>
        <c:crosses val="autoZero"/>
        <c:crossBetween val="between"/>
      </c:valAx>
      <c:spPr>
        <a:noFill/>
        <a:ln w="0">
          <a:solidFill>
            <a:srgbClr val="B3B3B3"/>
          </a:solidFill>
        </a:ln>
      </c:spPr>
    </c:plotArea>
    <c:legend>
      <c:legendPos val="r"/>
      <c:overlay val="0"/>
      <c:spPr>
        <a:noFill/>
        <a:ln w="0">
          <a:noFill/>
        </a:ln>
      </c:spPr>
      <c:txPr>
        <a:bodyPr/>
        <a:lstStyle/>
        <a:p>
          <a:pPr>
            <a:defRPr sz="1000" b="0" u="none" strike="noStrike">
              <a:solidFill>
                <a:srgbClr val="000000"/>
              </a:solidFill>
              <a:uFillTx/>
              <a:latin typeface="Arial"/>
            </a:defRPr>
          </a:pPr>
        </a:p>
      </c:txPr>
    </c:legend>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1">
    <p:bg>
      <p:bgPr>
        <a:solidFill>
          <a:srgbClr val="FFFFFF"/>
        </a:solidFill>
      </p:bgPr>
    </p:bg>
    <p:spTree>
      <p:nvGrpSpPr>
        <p:cNvPr id="1" name=""/>
        <p:cNvGrpSpPr/>
        <p:nvPr/>
      </p:nvGrpSpPr>
      <p:grpSpPr>
        <a:xfrm>
          <a:off x="0" y="0"/>
          <a:ext cx="0" cy="0"/>
          <a:chOff x="0" y="0"/>
          <a:chExt cx="0" cy="0"/>
        </a:xfrm>
      </p:grpSpPr>
      <p:pic>
        <p:nvPicPr>
          <p:cNvPr id="8" name=""/>
          <p:cNvPicPr/>
          <p:nvPr/>
        </p:nvPicPr>
        <p:blipFill>
          <a:blip r:embed="rId2"/>
          <a:stretch/>
        </p:blipFill>
        <p:spPr>
          <a:xfrm>
            <a:off x="0" y="0"/>
            <a:ext cx="10078920" cy="7559640"/>
          </a:xfrm>
          <a:prstGeom prst="rect">
            <a:avLst/>
          </a:prstGeom>
          <a:noFill/>
          <a:ln w="0">
            <a:noFill/>
          </a:ln>
        </p:spPr>
      </p:pic>
      <p:sp>
        <p:nvSpPr>
          <p:cNvPr id="9"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0" u="none" strike="noStrike">
                <a:solidFill>
                  <a:srgbClr val="000000"/>
                </a:solidFill>
                <a:effectLst/>
                <a:uFillTx/>
                <a:latin typeface="Arial"/>
              </a:rPr>
              <a:t>Click to edit the title text format</a:t>
            </a:r>
            <a:endParaRPr lang="en-US" sz="3600" b="0" u="none" strike="noStrike">
              <a:solidFill>
                <a:srgbClr val="000000"/>
              </a:solidFill>
              <a:effectLst/>
              <a:uFillTx/>
              <a:latin typeface="Arial"/>
            </a:endParaRPr>
          </a:p>
        </p:txBody>
      </p:sp>
      <p:sp>
        <p:nvSpPr>
          <p:cNvPr id="10"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Click to edit the outline text format</a:t>
            </a:r>
            <a:endParaRPr lang="en-US"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Second Outline Level</a:t>
            </a:r>
            <a:endParaRPr lang="en-US"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Third Outline Level</a:t>
            </a:r>
            <a:endParaRPr lang="en-US"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Fourth Outline Level</a:t>
            </a:r>
            <a:endParaRPr lang="en-US"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Fifth Outline Level</a:t>
            </a:r>
            <a:endParaRPr lang="en-US"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Sixth Outline Level</a:t>
            </a:r>
            <a:endParaRPr lang="en-US"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Seventh Outline Level</a:t>
            </a:r>
            <a:endParaRPr lang="en-US" sz="2600" b="0" u="none" strike="noStrike">
              <a:solidFill>
                <a:srgbClr val="000000"/>
              </a:solidFill>
              <a:effectLst/>
              <a:uFillTx/>
              <a:latin typeface="Arial"/>
            </a:endParaRPr>
          </a:p>
        </p:txBody>
      </p:sp>
      <p:sp>
        <p:nvSpPr>
          <p:cNvPr id="11" name="PlaceHolder 3"/>
          <p:cNvSpPr>
            <a:spLocks noGrp="1"/>
          </p:cNvSpPr>
          <p:nvPr>
            <p:ph type="dt" idx="4"/>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&lt;date/time&gt;</a:t>
            </a:r>
            <a:endParaRPr lang="en-US" sz="1400" b="0" u="none" strike="noStrike">
              <a:solidFill>
                <a:srgbClr val="000000"/>
              </a:solidFill>
              <a:effectLst/>
              <a:uFillTx/>
              <a:latin typeface="Times New Roman"/>
            </a:endParaRPr>
          </a:p>
        </p:txBody>
      </p:sp>
      <p:sp>
        <p:nvSpPr>
          <p:cNvPr id="12" name="PlaceHolder 4"/>
          <p:cNvSpPr>
            <a:spLocks noGrp="1"/>
          </p:cNvSpPr>
          <p:nvPr>
            <p:ph type="ftr" idx="5"/>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&lt;footer&gt;</a:t>
            </a:r>
            <a:endParaRPr lang="en-US" sz="1400" b="0" u="none" strike="noStrike">
              <a:solidFill>
                <a:srgbClr val="000000"/>
              </a:solidFill>
              <a:effectLst/>
              <a:uFillTx/>
              <a:latin typeface="Times New Roman"/>
            </a:endParaRPr>
          </a:p>
        </p:txBody>
      </p:sp>
      <p:sp>
        <p:nvSpPr>
          <p:cNvPr id="13" name="PlaceHolder 5"/>
          <p:cNvSpPr>
            <a:spLocks noGrp="1"/>
          </p:cNvSpPr>
          <p:nvPr>
            <p:ph type="sldNum" idx="6"/>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BD101AE5-415C-4139-9B9F-77A7C90A0450}" type="slidenum">
              <a:rPr lang="en-US" sz="1400" b="0" u="none" strike="noStrike">
                <a:solidFill>
                  <a:srgbClr val="000000"/>
                </a:solidFill>
                <a:effectLst/>
                <a:uFillTx/>
                <a:latin typeface="Times New Roman"/>
                <a:ea typeface="DejaVu Sans"/>
              </a:rPr>
              <a:t>&lt;number&gt;</a:t>
            </a:fld>
            <a:endParaRPr lang="en-US" sz="14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1">
    <p:bg>
      <p:bgPr>
        <a:solidFill>
          <a:srgbClr val="FFFFFF"/>
        </a:solidFill>
      </p:bgPr>
    </p:bg>
    <p:spTree>
      <p:nvGrpSpPr>
        <p:cNvPr id="1" name=""/>
        <p:cNvGrpSpPr/>
        <p:nvPr/>
      </p:nvGrpSpPr>
      <p:grpSpPr>
        <a:xfrm>
          <a:off x="0" y="0"/>
          <a:ext cx="0" cy="0"/>
          <a:chOff x="0" y="0"/>
          <a:chExt cx="0" cy="0"/>
        </a:xfrm>
      </p:grpSpPr>
      <p:pic>
        <p:nvPicPr>
          <p:cNvPr id="2" name=""/>
          <p:cNvPicPr/>
          <p:nvPr/>
        </p:nvPicPr>
        <p:blipFill>
          <a:blip r:embed="rId2"/>
          <a:stretch/>
        </p:blipFill>
        <p:spPr>
          <a:xfrm>
            <a:off x="0" y="0"/>
            <a:ext cx="10078920" cy="7559640"/>
          </a:xfrm>
          <a:prstGeom prst="rect">
            <a:avLst/>
          </a:prstGeom>
          <a:noFill/>
          <a:ln w="0">
            <a:noFill/>
          </a:ln>
        </p:spPr>
      </p:pic>
      <p:sp>
        <p:nvSpPr>
          <p:cNvPr id="3" name="PlaceHolder 1"/>
          <p:cNvSpPr>
            <a:spLocks noGrp="1"/>
          </p:cNvSpPr>
          <p:nvPr>
            <p:ph type="title"/>
          </p:nvPr>
        </p:nvSpPr>
        <p:spPr>
          <a:xfrm>
            <a:off x="503280" y="576000"/>
            <a:ext cx="7197840" cy="718920"/>
          </a:xfrm>
          <a:prstGeom prst="rect">
            <a:avLst/>
          </a:prstGeom>
          <a:noFill/>
          <a:ln w="0">
            <a:noFill/>
          </a:ln>
        </p:spPr>
        <p:txBody>
          <a:bodyPr lIns="0" tIns="0" rIns="0" bIns="0" anchor="ctr">
            <a:noAutofit/>
          </a:bodyPr>
          <a:lstStyle>
            <a:lvl1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3600" b="0" u="none" strike="noStrike">
                <a:solidFill>
                  <a:srgbClr val="000000"/>
                </a:solidFill>
                <a:effectLst/>
                <a:uFillTx/>
                <a:latin typeface="Arial"/>
              </a:defRPr>
            </a:lvl1pPr>
          </a:lstStyle>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3600" b="0" u="none" strike="noStrike">
                <a:solidFill>
                  <a:srgbClr val="000000"/>
                </a:solidFill>
                <a:effectLst/>
                <a:uFillTx/>
                <a:latin typeface="Arial"/>
              </a:rPr>
              <a:t>Click to edit the title text format</a:t>
            </a:r>
            <a:endParaRPr lang="en-US" sz="3600" b="0" u="none" strike="noStrike">
              <a:solidFill>
                <a:srgbClr val="000000"/>
              </a:solidFill>
              <a:effectLst/>
              <a:uFillTx/>
              <a:latin typeface="Arial"/>
            </a:endParaRPr>
          </a:p>
        </p:txBody>
      </p:sp>
      <p:sp>
        <p:nvSpPr>
          <p:cNvPr id="4" name="PlaceHolder 2"/>
          <p:cNvSpPr>
            <a:spLocks noGrp="1"/>
          </p:cNvSpPr>
          <p:nvPr>
            <p:ph type="body"/>
          </p:nvPr>
        </p:nvSpPr>
        <p:spPr>
          <a:xfrm>
            <a:off x="502920" y="1800000"/>
            <a:ext cx="9070920" cy="4383000"/>
          </a:xfrm>
          <a:prstGeom prst="rect">
            <a:avLst/>
          </a:prstGeom>
          <a:noFill/>
          <a:ln w="0">
            <a:noFill/>
          </a:ln>
        </p:spPr>
        <p:txBody>
          <a:bodyPr lIns="0" tIns="19800" rIns="0" bIns="0" anchor="t">
            <a:normAutofit/>
          </a:bodyPr>
          <a:lstStyle>
            <a:lvl1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1pPr>
            <a:lvl2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2pPr>
            <a:lvl3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3pPr>
            <a:lvl4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4pPr>
            <a:lvl5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5pPr>
            <a:lvl6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6pPr>
            <a:lvl7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lang="en-US" sz="2600" b="0" u="none" strike="noStrike">
                <a:solidFill>
                  <a:srgbClr val="000000"/>
                </a:solidFill>
                <a:effectLst/>
                <a:uFillTx/>
                <a:latin typeface="Arial"/>
              </a:defRPr>
            </a:lvl7pPr>
          </a:lstStyle>
          <a:p>
            <a:pPr marL="343080" indent="-343080" algn="l">
              <a:lnSpc>
                <a:spcPct val="94000"/>
              </a:lnSpc>
              <a:spcAft>
                <a:spcPts val="1426"/>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Click to edit the outline text format</a:t>
            </a:r>
            <a:endParaRPr lang="en-US" sz="2600" b="0" u="none" strike="noStrike">
              <a:solidFill>
                <a:srgbClr val="000000"/>
              </a:solidFill>
              <a:effectLst/>
              <a:uFillTx/>
              <a:latin typeface="Arial"/>
            </a:endParaRPr>
          </a:p>
          <a:p>
            <a:pPr marL="343080" lvl="1"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Second Outline Level</a:t>
            </a:r>
            <a:endParaRPr lang="en-US" sz="2600" b="0" u="none" strike="noStrike">
              <a:solidFill>
                <a:srgbClr val="000000"/>
              </a:solidFill>
              <a:effectLst/>
              <a:uFillTx/>
              <a:latin typeface="Arial"/>
            </a:endParaRPr>
          </a:p>
          <a:p>
            <a:pPr marL="343080" lvl="2"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Third Outline Level</a:t>
            </a:r>
            <a:endParaRPr lang="en-US" sz="2600" b="0" u="none" strike="noStrike">
              <a:solidFill>
                <a:srgbClr val="000000"/>
              </a:solidFill>
              <a:effectLst/>
              <a:uFillTx/>
              <a:latin typeface="Arial"/>
            </a:endParaRPr>
          </a:p>
          <a:p>
            <a:pPr marL="343080" lvl="3"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Fourth Outline Level</a:t>
            </a:r>
            <a:endParaRPr lang="en-US" sz="2600" b="0" u="none" strike="noStrike">
              <a:solidFill>
                <a:srgbClr val="000000"/>
              </a:solidFill>
              <a:effectLst/>
              <a:uFillTx/>
              <a:latin typeface="Arial"/>
            </a:endParaRPr>
          </a:p>
          <a:p>
            <a:pPr marL="343080" lvl="4"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Fifth Outline Level</a:t>
            </a:r>
            <a:endParaRPr lang="en-US" sz="2600" b="0" u="none" strike="noStrike">
              <a:solidFill>
                <a:srgbClr val="000000"/>
              </a:solidFill>
              <a:effectLst/>
              <a:uFillTx/>
              <a:latin typeface="Arial"/>
            </a:endParaRPr>
          </a:p>
          <a:p>
            <a:pPr marL="343080" lvl="5"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Sixth Outline Level</a:t>
            </a:r>
            <a:endParaRPr lang="en-US" sz="2600" b="0" u="none" strike="noStrike">
              <a:solidFill>
                <a:srgbClr val="000000"/>
              </a:solidFill>
              <a:effectLst/>
              <a:uFillTx/>
              <a:latin typeface="Arial"/>
            </a:endParaRPr>
          </a:p>
          <a:p>
            <a:pPr marL="343080" lvl="6" indent="-343080" algn="l">
              <a:lnSpc>
                <a:spcPct val="94000"/>
              </a:lnSpc>
              <a:spcAft>
                <a:spcPts val="1426"/>
              </a:spcAft>
              <a:buClr>
                <a:srgbClr val="000000"/>
              </a:buClr>
              <a:buFont typeface="Times New Roman"/>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sz="2600" b="0" u="none" strike="noStrike">
                <a:solidFill>
                  <a:srgbClr val="000000"/>
                </a:solidFill>
                <a:effectLst/>
                <a:uFillTx/>
                <a:latin typeface="Arial"/>
              </a:rPr>
              <a:t>Seventh Outline Level</a:t>
            </a:r>
            <a:endParaRPr lang="en-US" sz="2600" b="0" u="none" strike="noStrike">
              <a:solidFill>
                <a:srgbClr val="000000"/>
              </a:solidFill>
              <a:effectLst/>
              <a:uFillTx/>
              <a:latin typeface="Arial"/>
            </a:endParaRPr>
          </a:p>
        </p:txBody>
      </p:sp>
      <p:sp>
        <p:nvSpPr>
          <p:cNvPr id="5" name="PlaceHolder 3"/>
          <p:cNvSpPr>
            <a:spLocks noGrp="1"/>
          </p:cNvSpPr>
          <p:nvPr>
            <p:ph type="dt" idx="1"/>
          </p:nvPr>
        </p:nvSpPr>
        <p:spPr>
          <a:xfrm>
            <a:off x="502920" y="6886440"/>
            <a:ext cx="2346120" cy="519120"/>
          </a:xfrm>
          <a:prstGeom prst="rect">
            <a:avLst/>
          </a:prstGeom>
          <a:noFill/>
          <a:ln w="0">
            <a:noFill/>
          </a:ln>
        </p:spPr>
        <p:txBody>
          <a:bodyPr lIns="0" tIns="0" rIns="0" bIns="0" anchor="t">
            <a:noAutofit/>
          </a:bodyPr>
          <a:lstStyle>
            <a:lvl1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l">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&lt;date/time&gt;</a:t>
            </a:r>
            <a:endParaRPr lang="en-US" sz="1400" b="0" u="none" strike="noStrike">
              <a:solidFill>
                <a:srgbClr val="000000"/>
              </a:solidFill>
              <a:effectLst/>
              <a:uFillTx/>
              <a:latin typeface="Times New Roman"/>
            </a:endParaRPr>
          </a:p>
        </p:txBody>
      </p:sp>
      <p:sp>
        <p:nvSpPr>
          <p:cNvPr id="6" name="PlaceHolder 4"/>
          <p:cNvSpPr>
            <a:spLocks noGrp="1"/>
          </p:cNvSpPr>
          <p:nvPr>
            <p:ph type="ftr" idx="2"/>
          </p:nvPr>
        </p:nvSpPr>
        <p:spPr>
          <a:xfrm>
            <a:off x="3448080" y="6886440"/>
            <a:ext cx="3193920" cy="519120"/>
          </a:xfrm>
          <a:prstGeom prst="rect">
            <a:avLst/>
          </a:prstGeom>
          <a:noFill/>
          <a:ln w="0">
            <a:noFill/>
          </a:ln>
        </p:spPr>
        <p:txBody>
          <a:bodyPr lIns="0" tIns="0" rIns="0" bIns="0" anchor="t">
            <a:noAutofit/>
          </a:bodyPr>
          <a:lstStyle>
            <a:lvl1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ct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400" b="0" u="none" strike="noStrike">
                <a:solidFill>
                  <a:srgbClr val="000000"/>
                </a:solidFill>
                <a:effectLst/>
                <a:uFillTx/>
                <a:latin typeface="Times New Roman"/>
                <a:ea typeface="DejaVu Sans"/>
              </a:rPr>
              <a:t>&lt;footer&gt;</a:t>
            </a:r>
            <a:endParaRPr lang="en-US" sz="1400" b="0" u="none" strike="noStrike">
              <a:solidFill>
                <a:srgbClr val="000000"/>
              </a:solidFill>
              <a:effectLst/>
              <a:uFillTx/>
              <a:latin typeface="Times New Roman"/>
            </a:endParaRPr>
          </a:p>
        </p:txBody>
      </p:sp>
      <p:sp>
        <p:nvSpPr>
          <p:cNvPr id="7" name="PlaceHolder 5"/>
          <p:cNvSpPr>
            <a:spLocks noGrp="1"/>
          </p:cNvSpPr>
          <p:nvPr>
            <p:ph type="sldNum" idx="3"/>
          </p:nvPr>
        </p:nvSpPr>
        <p:spPr>
          <a:xfrm>
            <a:off x="7226280" y="6886440"/>
            <a:ext cx="2346480" cy="519120"/>
          </a:xfrm>
          <a:prstGeom prst="rect">
            <a:avLst/>
          </a:prstGeom>
          <a:noFill/>
          <a:ln w="0">
            <a:noFill/>
          </a:ln>
        </p:spPr>
        <p:txBody>
          <a:bodyPr lIns="0" tIns="0" rIns="0" bIns="0" anchor="t">
            <a:noAutofit/>
          </a:bodyPr>
          <a:lstStyle>
            <a:lvl1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defRPr lang="en-US" sz="1400" b="0" u="none" strike="noStrike">
                <a:solidFill>
                  <a:srgbClr val="000000"/>
                </a:solidFill>
                <a:effectLst/>
                <a:uFillTx/>
                <a:latin typeface="Times New Roman"/>
                <a:ea typeface="DejaVu Sans"/>
              </a:defRPr>
            </a:lvl1pPr>
          </a:lstStyle>
          <a:p>
            <a:pPr indent="0" algn="r">
              <a:lnSpc>
                <a:spcPct val="93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fld id="{560512E6-7357-482B-B53F-4C1A85AF78BE}" type="slidenum">
              <a:rPr lang="en-US" sz="1400" b="0" u="none" strike="noStrike">
                <a:solidFill>
                  <a:srgbClr val="000000"/>
                </a:solidFill>
                <a:effectLst/>
                <a:uFillTx/>
                <a:latin typeface="Times New Roman"/>
                <a:ea typeface="DejaVu Sans"/>
              </a:rPr>
              <a:t>&lt;number&gt;</a:t>
            </a:fld>
            <a:endParaRPr lang="en-US" sz="14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Lorem ipsum</a:t>
            </a:r>
            <a:endParaRPr lang="en-US" sz="3600" b="0" u="none" strike="noStrike">
              <a:solidFill>
                <a:srgbClr val="000000"/>
              </a:solidFill>
              <a:effectLst/>
              <a:uFillTx/>
              <a:latin typeface="Arial"/>
            </a:endParaRPr>
          </a:p>
        </p:txBody>
      </p:sp>
      <p:sp>
        <p:nvSpPr>
          <p:cNvPr id="15" name="PlaceHolder 2"/>
          <p:cNvSpPr>
            <a:spLocks noGrp="1"/>
          </p:cNvSpPr>
          <p:nvPr>
            <p:ph type="subTitle"/>
          </p:nvPr>
        </p:nvSpPr>
        <p:spPr>
          <a:xfrm>
            <a:off x="502920" y="1800000"/>
            <a:ext cx="9072360" cy="4384440"/>
          </a:xfrm>
          <a:prstGeom prst="rect">
            <a:avLst/>
          </a:prstGeom>
          <a:noFill/>
          <a:ln w="0">
            <a:noFill/>
          </a:ln>
        </p:spPr>
        <p:txBody>
          <a:bodyPr lIns="0" tIns="1152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endParaRPr lang="en-US"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500" b="0" u="none" strike="noStrike">
                <a:solidFill>
                  <a:srgbClr val="000000"/>
                </a:solidFill>
                <a:effectLst/>
                <a:uFillTx/>
                <a:latin typeface="Arial"/>
              </a:rPr>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endParaRPr lang="en-US" sz="1500" b="0" u="none" strike="noStrike">
              <a:solidFill>
                <a:srgbClr val="000000"/>
              </a:solidFill>
              <a:effectLst/>
              <a:uFillTx/>
              <a:latin typeface="Arial"/>
            </a:endParaRPr>
          </a:p>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500" b="0" u="none" strike="noStrike">
              <a:solidFill>
                <a:srgbClr val="000000"/>
              </a:solidFill>
              <a:effectLst/>
              <a:uFillTx/>
              <a:latin typeface="Arial"/>
            </a:endParaRPr>
          </a:p>
        </p:txBody>
      </p:sp>
    </p:spTree>
  </p:cSld>
  <p:timing>
    <p:tnLst>
      <p:par>
        <p:cTn id="1" dur="indefinite" restart="never" nodeType="tmRoot">
          <p:childTnLst>
            <p:seq>
              <p:cTn id="2" dur="indefinite" nodeType="mainSeq">
                <p:childTnLst>
                  <p:par>
                    <p:cTn id="3" dur="indefinite" fill="hold">
                      <p:stCondLst>
                        <p:cond delay="indefinite"/>
                      </p:stCondLst>
                      <p:childTnLst>
                        <p:par>
                          <p:cTn id="4" dur="indefinite" fill="hold">
                            <p:stCondLst>
                              <p:cond delay="0"/>
                            </p:stCondLst>
                            <p:childTnLst>
                              <p:par>
                                <p:cTn id="5" dur="indefinite" presetID="1" presetClass="entr"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dur="indefinite" fill="hold">
                      <p:stCondLst>
                        <p:cond delay="indefinite"/>
                      </p:stCondLst>
                      <p:childTnLst>
                        <p:par>
                          <p:cTn id="8" dur="indefinite" fill="hold">
                            <p:stCondLst>
                              <p:cond delay="0"/>
                            </p:stCondLst>
                            <p:childTnLst>
                              <p:par>
                                <p:cTn id="9" dur="indefinite" presetID="1" presetClass="entr"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11" dur="indefinite" fill="hold">
                      <p:stCondLst>
                        <p:cond delay="indefinite"/>
                      </p:stCondLst>
                      <p:childTnLst>
                        <p:par>
                          <p:cTn id="12" dur="indefinite" fill="hold">
                            <p:stCondLst>
                              <p:cond delay="0"/>
                            </p:stCondLst>
                            <p:childTnLst>
                              <p:par>
                                <p:cTn id="13" dur="indefinite" presetID="1" presetClass="entr" fill="hold" nodeType="clickEffect">
                                  <p:stCondLst>
                                    <p:cond delay="0"/>
                                  </p:stCondLst>
                                  <p:childTnLst>
                                    <p:set>
                                      <p:cBhvr>
                                        <p:cTn id="14"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Chart</a:t>
            </a:r>
            <a:endParaRPr lang="en-US" sz="3600" b="0" u="none" strike="noStrike">
              <a:solidFill>
                <a:srgbClr val="000000"/>
              </a:solidFill>
              <a:effectLst/>
              <a:uFillTx/>
              <a:latin typeface="Arial"/>
            </a:endParaRPr>
          </a:p>
        </p:txBody>
      </p:sp>
      <p:graphicFrame>
        <p:nvGraphicFramePr>
          <p:cNvPr id="17" name=""/>
          <p:cNvGraphicFramePr/>
          <p:nvPr/>
        </p:nvGraphicFramePr>
        <p:xfrm>
          <a:off x="1693800" y="2487600"/>
          <a:ext cx="6865920" cy="3598920"/>
        </p:xfrm>
        <a:graphic>
          <a:graphicData uri="http://schemas.openxmlformats.org/drawingml/2006/chart">
            <c:chart xmlns:c="http://schemas.openxmlformats.org/drawingml/2006/chart" xmlns:r="http://schemas.openxmlformats.org/officeDocument/2006/relationships" r:id="rId1"/>
          </a:graphicData>
        </a:graphic>
      </p:graphicFrame>
    </p:spTree>
  </p:cSld>
  <p:timing>
    <p:tnLst>
      <p:par>
        <p:cTn id="15" dur="indefinite" restart="never" nodeType="tmRoot">
          <p:childTnLst>
            <p:seq>
              <p:cTn id="16" dur="indefinite" nodeType="mainSeq">
                <p:childTnLst>
                  <p:par>
                    <p:cTn id="17" dur="indefinite" fill="hold">
                      <p:stCondLst>
                        <p:cond delay="indefinite"/>
                      </p:stCondLst>
                      <p:childTnLst>
                        <p:par>
                          <p:cTn id="18" dur="indefinite" fill="hold">
                            <p:stCondLst>
                              <p:cond delay="0"/>
                            </p:stCondLst>
                            <p:childTnLst>
                              <p:par>
                                <p:cTn id="19" dur="indefinite" presetID="1" presetClass="entr" fill="hold" nodeType="clickEffect">
                                  <p:stCondLst>
                                    <p:cond delay="0"/>
                                  </p:stCondLst>
                                  <p:childTnLst>
                                    <p:set>
                                      <p:cBhvr>
                                        <p:cTn id="20"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1" dur="indefinite" fill="hold">
                      <p:stCondLst>
                        <p:cond delay="indefinite"/>
                      </p:stCondLst>
                      <p:childTnLst>
                        <p:par>
                          <p:cTn id="22" dur="indefinite" fill="hold">
                            <p:stCondLst>
                              <p:cond delay="0"/>
                            </p:stCondLst>
                            <p:childTnLst>
                              <p:par>
                                <p:cTn id="23" dur="indefinite" presetID="1" presetClass="entr"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Table</a:t>
            </a:r>
            <a:endParaRPr lang="en-US" sz="3600" b="0" u="none" strike="noStrike">
              <a:solidFill>
                <a:srgbClr val="000000"/>
              </a:solidFill>
              <a:effectLst/>
              <a:uFillTx/>
              <a:latin typeface="Arial"/>
            </a:endParaRPr>
          </a:p>
        </p:txBody>
      </p:sp>
      <p:graphicFrame>
        <p:nvGraphicFramePr>
          <p:cNvPr id="19" name=""/>
          <p:cNvGraphicFramePr/>
          <p:nvPr/>
        </p:nvGraphicFramePr>
        <p:xfrm>
          <a:off x="503280" y="1800360"/>
          <a:ext cx="9073800" cy="3398400"/>
        </p:xfrm>
        <a:graphic>
          <a:graphicData uri="http://schemas.openxmlformats.org/drawingml/2006/table">
            <a:tbl>
              <a:tblPr/>
              <a:tblGrid>
                <a:gridCol w="1814400"/>
                <a:gridCol w="1815480"/>
                <a:gridCol w="1814400"/>
                <a:gridCol w="1814760"/>
                <a:gridCol w="1814760"/>
              </a:tblGrid>
              <a:tr h="62028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rPr>
                        <a:t>Column 1</a:t>
                      </a: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2</a:t>
                      </a: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3</a:t>
                      </a: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4</a:t>
                      </a: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1800" b="0" u="none" strike="noStrike">
                          <a:solidFill>
                            <a:srgbClr val="000000"/>
                          </a:solidFill>
                          <a:effectLst/>
                          <a:uFillTx/>
                          <a:latin typeface="Arial"/>
                          <a:ea typeface="DejaVu Sans"/>
                        </a:rPr>
                        <a:t>Column 5</a:t>
                      </a:r>
                      <a:endParaRPr lang="en-US" sz="1800" b="0" u="none" strike="noStrike">
                        <a:solidFill>
                          <a:srgbClr val="000000"/>
                        </a:solidFill>
                        <a:effectLst/>
                        <a:uFillTx/>
                        <a:latin typeface="Arial"/>
                      </a:endParaRPr>
                    </a:p>
                    <a:p>
                      <a:pPr>
                        <a:lnSpc>
                          <a:spcPct val="93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B3B3B3"/>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E6E6E6"/>
                    </a:solidFill>
                  </a:tcPr>
                </a:tc>
              </a:tr>
              <a:tr h="381960">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c>
                  <a:txBody>
                    <a:bodyPr lIns="90000" tIns="60480" rIns="90000" bIns="46800" anchor="t">
                      <a:noAutofit/>
                    </a:bodyPr>
                    <a:p>
                      <a:pPr>
                        <a:lnSpc>
                          <a:spcPct val="94000"/>
                        </a:lnSpc>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endParaRPr lang="en-US" sz="1800" b="0" u="none" strike="noStrike">
                        <a:solidFill>
                          <a:srgbClr val="000000"/>
                        </a:solidFill>
                        <a:effectLst/>
                        <a:uFillTx/>
                        <a:latin typeface="Arial"/>
                      </a:endParaRPr>
                    </a:p>
                  </a:txBody>
                  <a:tcPr anchor="t" marL="90000" marR="90000" marT="60480" marB="46800">
                    <a:lnL w="720">
                      <a:solidFill>
                        <a:srgbClr val="FFFFFF"/>
                      </a:solidFill>
                      <a:prstDash val="solid"/>
                    </a:lnL>
                    <a:lnR w="720">
                      <a:solidFill>
                        <a:srgbClr val="FFFFFF"/>
                      </a:solidFill>
                      <a:prstDash val="solid"/>
                    </a:lnR>
                    <a:lnT w="720">
                      <a:solidFill>
                        <a:srgbClr val="FFFFFF"/>
                      </a:solidFill>
                      <a:prstDash val="solid"/>
                    </a:lnT>
                    <a:lnB w="720">
                      <a:solidFill>
                        <a:srgbClr val="FFFFFF"/>
                      </a:solidFill>
                      <a:prstDash val="solid"/>
                    </a:lnB>
                    <a:solidFill>
                      <a:srgbClr val="CCCCCC"/>
                    </a:solidFill>
                  </a:tcPr>
                </a:tc>
              </a:tr>
            </a:tbl>
          </a:graphicData>
        </a:graphic>
      </p:graphicFrame>
    </p:spTree>
  </p:cSld>
  <p:timing>
    <p:tnLst>
      <p:par>
        <p:cTn id="25" dur="indefinite" restart="never" nodeType="tmRoot">
          <p:childTnLst>
            <p:seq>
              <p:cTn id="26" dur="indefinite" nodeType="mainSeq">
                <p:childTnLst>
                  <p:par>
                    <p:cTn id="27" dur="indefinite" fill="hold">
                      <p:stCondLst>
                        <p:cond delay="indefinite"/>
                      </p:stCondLst>
                      <p:childTnLst>
                        <p:par>
                          <p:cTn id="28" dur="indefinite" fill="hold">
                            <p:stCondLst>
                              <p:cond delay="0"/>
                            </p:stCondLst>
                            <p:childTnLst>
                              <p:par>
                                <p:cTn id="29" dur="indefinite" presetID="1" presetClass="entr" fill="hold" nodeType="clickEffect">
                                  <p:stCondLst>
                                    <p:cond delay="0"/>
                                  </p:stCondLst>
                                  <p:childTnLst>
                                    <p:set>
                                      <p:cBhvr>
                                        <p:cTn id="30"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1" dur="indefinite" fill="hold">
                      <p:stCondLst>
                        <p:cond delay="indefinite"/>
                      </p:stCondLst>
                      <p:childTnLst>
                        <p:par>
                          <p:cTn id="32" dur="indefinite" fill="hold">
                            <p:stCondLst>
                              <p:cond delay="0"/>
                            </p:stCondLst>
                            <p:childTnLst>
                              <p:par>
                                <p:cTn id="33" dur="indefinite" presetID="1" presetClass="entr" fill="hold" nodeType="click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503280" y="576360"/>
            <a:ext cx="7199280" cy="720720"/>
          </a:xfrm>
          <a:prstGeom prst="rect">
            <a:avLst/>
          </a:prstGeom>
          <a:noFill/>
          <a:ln w="0">
            <a:noFill/>
          </a:ln>
        </p:spPr>
        <p:txBody>
          <a:bodyPr lIns="0" tIns="27360" rIns="0" bIns="0" anchor="ctr">
            <a:noAutofit/>
          </a:bodyPr>
          <a:p>
            <a:pPr indent="0" algn="l">
              <a:lnSpc>
                <a:spcPct val="94000"/>
              </a:lnSpc>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 pos="9601200" algn="l"/>
                <a:tab pos="10058400" algn="l"/>
                <a:tab pos="10515600" algn="l"/>
              </a:tabLst>
            </a:pPr>
            <a:r>
              <a:rPr lang="en-US" sz="3600" b="0" u="none" strike="noStrike">
                <a:solidFill>
                  <a:srgbClr val="000000"/>
                </a:solidFill>
                <a:effectLst/>
                <a:uFillTx/>
                <a:latin typeface="Arial"/>
              </a:rPr>
              <a:t>Photo</a:t>
            </a:r>
            <a:endParaRPr lang="en-US" sz="3600" b="0" u="none" strike="noStrike">
              <a:solidFill>
                <a:srgbClr val="000000"/>
              </a:solidFill>
              <a:effectLst/>
              <a:uFillTx/>
              <a:latin typeface="Arial"/>
            </a:endParaRPr>
          </a:p>
        </p:txBody>
      </p:sp>
      <p:pic>
        <p:nvPicPr>
          <p:cNvPr id="21" name=""/>
          <p:cNvPicPr/>
          <p:nvPr/>
        </p:nvPicPr>
        <p:blipFill>
          <a:blip r:embed="rId1"/>
          <a:stretch/>
        </p:blipFill>
        <p:spPr>
          <a:xfrm>
            <a:off x="2011320" y="1828800"/>
            <a:ext cx="6294600" cy="4479840"/>
          </a:xfrm>
          <a:prstGeom prst="rect">
            <a:avLst/>
          </a:prstGeom>
          <a:noFill/>
          <a:ln w="0">
            <a:noFill/>
          </a:ln>
        </p:spPr>
      </p:pic>
    </p:spTree>
  </p:cSld>
  <p:timing>
    <p:tnLst>
      <p:par>
        <p:cTn id="35" dur="indefinite" restart="never" nodeType="tmRoot">
          <p:childTnLst>
            <p:seq>
              <p:cTn id="36" dur="indefinite" nodeType="mainSeq">
                <p:childTnLst>
                  <p:par>
                    <p:cTn id="37" dur="indefinite" fill="hold">
                      <p:stCondLst>
                        <p:cond delay="indefinite"/>
                      </p:stCondLst>
                      <p:childTnLst>
                        <p:par>
                          <p:cTn id="38" dur="indefinite" fill="hold">
                            <p:stCondLst>
                              <p:cond delay="0"/>
                            </p:stCondLst>
                            <p:childTnLst>
                              <p:par>
                                <p:cTn id="39" dur="indefinite" presetID="1" presetClass="entr" fill="hold" nodeType="clickEffect">
                                  <p:stCondLst>
                                    <p:cond delay="0"/>
                                  </p:stCondLst>
                                  <p:childTnLst>
                                    <p:set>
                                      <p:cBhvr>
                                        <p:cTn id="4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41" dur="indefinite" fill="hold">
                      <p:stCondLst>
                        <p:cond delay="indefinite"/>
                      </p:stCondLst>
                      <p:childTnLst>
                        <p:par>
                          <p:cTn id="42" dur="indefinite" fill="hold">
                            <p:stCondLst>
                              <p:cond delay="0"/>
                            </p:stCondLst>
                            <p:childTnLst>
                              <p:par>
                                <p:cTn id="43" dur="indefinite" presetID="1" presetClass="entr" fill="hold"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LibreOffice/26.2.4.2$Linux_X86_64 LibreOffice_project/620$Build-2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2017-08-10T19:58:16Z</dcterms:created>
  <dc:creator/>
  <dc:description/>
  <dc:language>en-US</dc:language>
  <cp:lastModifiedBy/>
  <cp:revision>0</cp:revision>
  <dc:subject/>
  <dc:title/>
</cp:coreProperties>
</file>