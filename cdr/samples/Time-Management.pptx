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4630400" cy="8229600"/>
  <p:notesSz cx="8229600" cy="14630400"/>
  <p:embeddedFontLst>
    <p:embeddedFont>
      <p:font typeface="IBM Plex Sans" panose="020B0604020202020204" charset="0"/>
      <p:regular r:id="rId10"/>
    </p:embeddedFont>
    <p:embeddedFont>
      <p:font typeface="Outfit Medium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10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-2-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2-5.svg"/><Relationship Id="rId5" Type="http://schemas.openxmlformats.org/officeDocument/2006/relationships/image" Target="../media/image-2-3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Time Management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Mastering Your Schedule, Achieving Your </a:t>
            </a:r>
            <a:r>
              <a:rPr lang="en-US" sz="1750" dirty="0" smtClean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Goals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 smtClean="0">
              <a:solidFill>
                <a:srgbClr val="666666"/>
              </a:solidFill>
              <a:latin typeface="IBM Plex Sans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 smtClean="0">
              <a:solidFill>
                <a:srgbClr val="666666"/>
              </a:solidFill>
              <a:latin typeface="IBM Plex Sans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666666"/>
                </a:solidFill>
                <a:latin typeface="IBM Plex Sans" pitchFamily="34" charset="0"/>
              </a:rPr>
              <a:t>Presented By: </a:t>
            </a:r>
            <a:r>
              <a:rPr lang="en-US" sz="1750" dirty="0" err="1" smtClean="0">
                <a:solidFill>
                  <a:srgbClr val="666666"/>
                </a:solidFill>
                <a:latin typeface="IBM Plex Sans" pitchFamily="34" charset="0"/>
              </a:rPr>
              <a:t>Pardha</a:t>
            </a:r>
            <a:r>
              <a:rPr lang="en-US" sz="1750" dirty="0" smtClean="0">
                <a:solidFill>
                  <a:srgbClr val="666666"/>
                </a:solidFill>
                <a:latin typeface="IBM Plex Sans" pitchFamily="34" charset="0"/>
              </a:rPr>
              <a:t> Sai Muddana (23221A4233)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065967"/>
            <a:ext cx="7071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 is Time Management?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2114907"/>
            <a:ext cx="3664744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14624" y="234934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701790" y="2536388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14624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Planning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514624" y="3747016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Organizing tasks and activities to maximize productivity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0171748" y="2114907"/>
            <a:ext cx="3664863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406182" y="234934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593348" y="2536388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06182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Prioritizing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06182" y="374701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Focusing on what matters most to achieve your goals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280190" y="4934069"/>
            <a:ext cx="7556421" cy="2229445"/>
          </a:xfrm>
          <a:prstGeom prst="roundRect">
            <a:avLst>
              <a:gd name="adj" fmla="val 9157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14624" y="51685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701790" y="5355550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4624" y="6075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Executing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514624" y="656617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Completing tasks efficiently within allocated time frames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7" y="156805"/>
            <a:ext cx="5277326" cy="79159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8158" y="585788"/>
            <a:ext cx="768048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Why Time Management Matters for Students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6218158" y="2181701"/>
            <a:ext cx="470416" cy="470416"/>
          </a:xfrm>
          <a:prstGeom prst="roundRect">
            <a:avLst>
              <a:gd name="adj" fmla="val 4000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667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81336" y="2253496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Better Grades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881336" y="2695694"/>
            <a:ext cx="701730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assignments on time with quality work instead of rushing at the last minute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8158" y="3723918"/>
            <a:ext cx="470416" cy="470416"/>
          </a:xfrm>
          <a:prstGeom prst="roundRect">
            <a:avLst>
              <a:gd name="adj" fmla="val 4000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667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81336" y="3795713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Less Stress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881336" y="4237911"/>
            <a:ext cx="701730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Avoid the anxiety of looming deadlines and last-minute cramming sessions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8158" y="4944785"/>
            <a:ext cx="470416" cy="470416"/>
          </a:xfrm>
          <a:prstGeom prst="roundRect">
            <a:avLst>
              <a:gd name="adj" fmla="val 4000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667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81336" y="5016579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Work-Life Balance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881336" y="5458778"/>
            <a:ext cx="701730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time for classes, studying, social activities, and self-care without burnout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8158" y="6487001"/>
            <a:ext cx="470416" cy="470416"/>
          </a:xfrm>
          <a:prstGeom prst="roundRect">
            <a:avLst>
              <a:gd name="adj" fmla="val 40006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667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81336" y="6558796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Career Readiness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881336" y="7000994"/>
            <a:ext cx="701730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 skills employers value: organization, reliability, and meeting deadlines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990" y="161925"/>
            <a:ext cx="5270421" cy="7905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642" y="633413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Common Time Management Problems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756642" y="2293858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794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6162" y="2293858"/>
            <a:ext cx="121920" cy="1630085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</p:sp>
      <p:sp>
        <p:nvSpPr>
          <p:cNvPr id="7" name="Text 4"/>
          <p:cNvSpPr/>
          <p:nvPr/>
        </p:nvSpPr>
        <p:spPr>
          <a:xfrm>
            <a:off x="1094661" y="254043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Procrastination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4661" y="3001804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Delaying important tasks until the last minute, leading to rushed work and increased stress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56642" y="4129921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794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6162" y="4129921"/>
            <a:ext cx="121920" cy="1630085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</p:sp>
      <p:sp>
        <p:nvSpPr>
          <p:cNvPr id="11" name="Text 8"/>
          <p:cNvSpPr/>
          <p:nvPr/>
        </p:nvSpPr>
        <p:spPr>
          <a:xfrm>
            <a:off x="1094661" y="4376499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Distractions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94661" y="4837867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media, phone notifications, and environmental factors pulling focus away from priorities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6642" y="5965984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794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6162" y="5965984"/>
            <a:ext cx="121920" cy="1630085"/>
          </a:xfrm>
          <a:prstGeom prst="roundRect">
            <a:avLst>
              <a:gd name="adj" fmla="val 159593"/>
            </a:avLst>
          </a:prstGeom>
          <a:solidFill>
            <a:srgbClr val="A2B9F9"/>
          </a:solidFill>
          <a:ln/>
        </p:spPr>
      </p:sp>
      <p:sp>
        <p:nvSpPr>
          <p:cNvPr id="15" name="Text 12"/>
          <p:cNvSpPr/>
          <p:nvPr/>
        </p:nvSpPr>
        <p:spPr>
          <a:xfrm>
            <a:off x="1094661" y="621256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Poor Planning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94661" y="6673929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Lack of structure or unclear priorities causing wasted time and missed opportunities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100388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Effective Time Management Techniques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To-Do Lists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down daily tasks to visualize workload and track progress throughout the day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456884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Prioritization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Eisenhower Matrix to separate urgent vs. important tasks and focus accordingly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Pomodoro Technique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in focused 25-minute intervals with 5-minute breaks to maintain concentration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Time Blocking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 specific blocks for different activities to create structure and routine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52807"/>
            <a:ext cx="9197459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 Student's Daily Time-Management Routine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03651" y="1428155"/>
            <a:ext cx="22860" cy="6248519"/>
          </a:xfrm>
          <a:prstGeom prst="roundRect">
            <a:avLst>
              <a:gd name="adj" fmla="val 725580"/>
            </a:avLst>
          </a:prstGeom>
          <a:solidFill>
            <a:srgbClr val="B5C1E2"/>
          </a:solidFill>
          <a:ln/>
        </p:spPr>
      </p:sp>
      <p:sp>
        <p:nvSpPr>
          <p:cNvPr id="4" name="Shape 2"/>
          <p:cNvSpPr/>
          <p:nvPr/>
        </p:nvSpPr>
        <p:spPr>
          <a:xfrm>
            <a:off x="6577846" y="1624013"/>
            <a:ext cx="552807" cy="22860"/>
          </a:xfrm>
          <a:prstGeom prst="roundRect">
            <a:avLst>
              <a:gd name="adj" fmla="val 725580"/>
            </a:avLst>
          </a:prstGeom>
          <a:solidFill>
            <a:srgbClr val="B5C1E2"/>
          </a:solidFill>
          <a:ln/>
        </p:spPr>
      </p:sp>
      <p:sp>
        <p:nvSpPr>
          <p:cNvPr id="5" name="Shape 3"/>
          <p:cNvSpPr/>
          <p:nvPr/>
        </p:nvSpPr>
        <p:spPr>
          <a:xfrm>
            <a:off x="7107793" y="1428155"/>
            <a:ext cx="414576" cy="414576"/>
          </a:xfrm>
          <a:prstGeom prst="roundRect">
            <a:avLst>
              <a:gd name="adj" fmla="val 4000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6909" y="1462683"/>
            <a:ext cx="27634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090035" y="1491496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7:00 AM - Morning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6905" y="1869162"/>
            <a:ext cx="5436751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Wake up, review daily goals, and plan top 3 priorities for the day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9509" y="2660571"/>
            <a:ext cx="552807" cy="22860"/>
          </a:xfrm>
          <a:prstGeom prst="roundRect">
            <a:avLst>
              <a:gd name="adj" fmla="val 725580"/>
            </a:avLst>
          </a:prstGeom>
          <a:solidFill>
            <a:srgbClr val="B5C1E2"/>
          </a:solidFill>
          <a:ln/>
        </p:spPr>
      </p:sp>
      <p:sp>
        <p:nvSpPr>
          <p:cNvPr id="10" name="Shape 8"/>
          <p:cNvSpPr/>
          <p:nvPr/>
        </p:nvSpPr>
        <p:spPr>
          <a:xfrm>
            <a:off x="7107793" y="2464713"/>
            <a:ext cx="414576" cy="414576"/>
          </a:xfrm>
          <a:prstGeom prst="roundRect">
            <a:avLst>
              <a:gd name="adj" fmla="val 4000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6909" y="2499241"/>
            <a:ext cx="27634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8236506" y="2528054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8:00 AM - Class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36506" y="2905720"/>
            <a:ext cx="5436870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Attend morning lecture with phone on silent and focused attention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77846" y="3579138"/>
            <a:ext cx="552807" cy="22860"/>
          </a:xfrm>
          <a:prstGeom prst="roundRect">
            <a:avLst>
              <a:gd name="adj" fmla="val 725580"/>
            </a:avLst>
          </a:prstGeom>
          <a:solidFill>
            <a:srgbClr val="B5C1E2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7793" y="3383280"/>
            <a:ext cx="414576" cy="414576"/>
          </a:xfrm>
          <a:prstGeom prst="roundRect">
            <a:avLst>
              <a:gd name="adj" fmla="val 4000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6909" y="3417808"/>
            <a:ext cx="27634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3790831" y="3446621"/>
            <a:ext cx="2602825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12:00 PM - Lunch &amp; Break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6905" y="3824288"/>
            <a:ext cx="5436751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Eat, recharge, and take a walk to clear mind before afternoon work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99509" y="4497705"/>
            <a:ext cx="552807" cy="22860"/>
          </a:xfrm>
          <a:prstGeom prst="roundRect">
            <a:avLst>
              <a:gd name="adj" fmla="val 725580"/>
            </a:avLst>
          </a:prstGeom>
          <a:solidFill>
            <a:srgbClr val="B5C1E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07793" y="4301847"/>
            <a:ext cx="414576" cy="414576"/>
          </a:xfrm>
          <a:prstGeom prst="roundRect">
            <a:avLst>
              <a:gd name="adj" fmla="val 4000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6909" y="4336375"/>
            <a:ext cx="27634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236506" y="4365188"/>
            <a:ext cx="245518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2:00 PM - Study Session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36506" y="4742855"/>
            <a:ext cx="543687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Pomodoro sessions (50 min) on most important assignment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577846" y="5416272"/>
            <a:ext cx="552807" cy="22860"/>
          </a:xfrm>
          <a:prstGeom prst="roundRect">
            <a:avLst>
              <a:gd name="adj" fmla="val 725580"/>
            </a:avLst>
          </a:prstGeom>
          <a:solidFill>
            <a:srgbClr val="B5C1E2"/>
          </a:solidFill>
          <a:ln/>
        </p:spPr>
      </p:sp>
      <p:sp>
        <p:nvSpPr>
          <p:cNvPr id="25" name="Shape 23"/>
          <p:cNvSpPr/>
          <p:nvPr/>
        </p:nvSpPr>
        <p:spPr>
          <a:xfrm>
            <a:off x="7107793" y="5220414"/>
            <a:ext cx="414576" cy="414576"/>
          </a:xfrm>
          <a:prstGeom prst="roundRect">
            <a:avLst>
              <a:gd name="adj" fmla="val 4000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6909" y="5254943"/>
            <a:ext cx="27634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5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4090035" y="5283756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4:00 PM - Activities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6905" y="5661422"/>
            <a:ext cx="5436751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Club meeting or exercise to balance academic and social life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499509" y="6334839"/>
            <a:ext cx="552807" cy="22860"/>
          </a:xfrm>
          <a:prstGeom prst="roundRect">
            <a:avLst>
              <a:gd name="adj" fmla="val 725580"/>
            </a:avLst>
          </a:prstGeom>
          <a:solidFill>
            <a:srgbClr val="B5C1E2"/>
          </a:solidFill>
          <a:ln/>
        </p:spPr>
      </p:sp>
      <p:sp>
        <p:nvSpPr>
          <p:cNvPr id="30" name="Shape 28"/>
          <p:cNvSpPr/>
          <p:nvPr/>
        </p:nvSpPr>
        <p:spPr>
          <a:xfrm>
            <a:off x="7107793" y="6138982"/>
            <a:ext cx="414576" cy="414576"/>
          </a:xfrm>
          <a:prstGeom prst="roundRect">
            <a:avLst>
              <a:gd name="adj" fmla="val 4000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76909" y="6173510"/>
            <a:ext cx="27634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6</a:t>
            </a:r>
            <a:endParaRPr lang="en-US" sz="2150" dirty="0"/>
          </a:p>
        </p:txBody>
      </p:sp>
      <p:sp>
        <p:nvSpPr>
          <p:cNvPr id="32" name="Text 30"/>
          <p:cNvSpPr/>
          <p:nvPr/>
        </p:nvSpPr>
        <p:spPr>
          <a:xfrm>
            <a:off x="8236506" y="620232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7:00 PM - Review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36506" y="6579989"/>
            <a:ext cx="5436870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completed tasks, prepare tomorrow's to-do list, and wind down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227653"/>
            <a:ext cx="64783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Take Control of Your Time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276594"/>
            <a:ext cx="3664744" cy="168509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28224" y="2511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Start Small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001447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one technique this week and build from there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276594"/>
            <a:ext cx="3664863" cy="168509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19782" y="2511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Stay Consistent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3001447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Practice daily, even when it feels challenging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4188500"/>
            <a:ext cx="7556421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28224" y="4422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Adjust as Needed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491335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what works for your unique schedule and style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133951" y="6020991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"The key is not to prioritize what's on your schedule, but to schedule your priorities."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5765840"/>
            <a:ext cx="30480" cy="1236107"/>
          </a:xfrm>
          <a:prstGeom prst="rect">
            <a:avLst/>
          </a:prstGeom>
          <a:solidFill>
            <a:srgbClr val="A2B9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395</Words>
  <Application>Microsoft Office PowerPoint</Application>
  <PresentationFormat>Custom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IBM Plex Sans</vt:lpstr>
      <vt:lpstr>Arial</vt:lpstr>
      <vt:lpstr>Outfit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Pardhu Muddana</dc:creator>
  <cp:lastModifiedBy>Pardhu Muddana</cp:lastModifiedBy>
  <cp:revision>4</cp:revision>
  <dcterms:created xsi:type="dcterms:W3CDTF">2026-04-20T13:40:37Z</dcterms:created>
  <dcterms:modified xsi:type="dcterms:W3CDTF">2026-04-20T15:02:09Z</dcterms:modified>
</cp:coreProperties>
</file>